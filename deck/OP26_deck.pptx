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PROJECT 2026  ·  SOCIETY OF BUSINESS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15544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Dynamic Tariff Optimization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EV Charging Networks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self-improving pricing engine on large-scale charging data: forecast demand → set dynamic tariffs → learn from outcomes.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2393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754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247 zones × 30 days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5257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UrbanEV panel + 15k ACN sessions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46177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2393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4754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agents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34840" y="5257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· Tariff · Monitoring &amp; Learning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46177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2393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4754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0.96 · AUC 0.99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092440" y="5257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on held-out test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UrbanEV / ST-EVCDP (Shenzhen)  ·  ACN-Data (Caltech)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 — and what the data says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two real charging datasets into a unified panel and an agentic pricing stack: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agent — forecasts utilization, load &amp; congestion one hour ahead.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agent — turns forecasts into bounded surge/discount tariffs.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learning agent — measures each decision and adapts online.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463040"/>
            <a:ext cx="2697480" cy="1325880"/>
          </a:xfrm>
          <a:prstGeom prst="roundRect">
            <a:avLst>
              <a:gd name="adj" fmla="val 4828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1554480"/>
            <a:ext cx="26974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0.96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428232" y="2205533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 utilization forecast (R² 0.971 load)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235440" y="1463040"/>
            <a:ext cx="2697480" cy="1325880"/>
          </a:xfrm>
          <a:prstGeom prst="roundRect">
            <a:avLst>
              <a:gd name="adj" fmla="val 4828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235440" y="1554480"/>
            <a:ext cx="26974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0.99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308592" y="2205533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P(util≥0.8), 0.97% base rate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2926080"/>
            <a:ext cx="2697480" cy="1325880"/>
          </a:xfrm>
          <a:prstGeom prst="roundRect">
            <a:avLst>
              <a:gd name="adj" fmla="val 4828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3017520"/>
            <a:ext cx="26974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ε = −0.32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428232" y="3668573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inelastic (controlled estimate)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35440" y="2926080"/>
            <a:ext cx="2697480" cy="1325880"/>
          </a:xfrm>
          <a:prstGeom prst="roundRect">
            <a:avLst>
              <a:gd name="adj" fmla="val 4828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440" y="3017520"/>
            <a:ext cx="26974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+5.85 pp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308592" y="3668573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relief from the learned policy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983480"/>
            <a:ext cx="11201400" cy="1143000"/>
          </a:xfrm>
          <a:prstGeom prst="roundRect">
            <a:avLst>
              <a:gd name="adj" fmla="val 5600"/>
            </a:avLst>
          </a:prstGeom>
          <a:solidFill>
            <a:srgbClr val="FFF7ED"/>
          </a:solidFill>
          <a:ln w="12700">
            <a:solidFill>
              <a:srgbClr val="F4C28A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4132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demand is inelastic, dynamic pricing here is a load-balancing tool, not a revenue lever — it cuts the peak wait proxy ~57% and improves pricing efficiency while holding revenue flat. Off-peak discounting is a strategic lever, not a short-run win.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LANDSCAPE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datasets, two jobs — kept deliberately separate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00784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934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UrbanEV / ST-EVCDP — Shenzhen  (the engine)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193852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zones × 8,640 five-minute steps (30 days). Occupancy, energy, duration &amp; price (CNY/kWh), zero missing; spatial graph + zone metadata. Drives forecasting, pricing &amp; monitoring.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3209544"/>
            <a:ext cx="146304" cy="146304"/>
          </a:xfrm>
          <a:prstGeom prst="ellipse">
            <a:avLst/>
          </a:prstGeom>
          <a:solidFill>
            <a:srgbClr val="EA731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1181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ACN-Data — Caltech  (behaviour)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44728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14,947 cleaned sessions, 54 stations, 204 users. Dwell, charging, idle/overstay, laxity. No price field → used for behaviour &amp; sanity checks, not revenue.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6074" y="1417320"/>
            <a:ext cx="3561531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pic>
        <p:nvPicPr>
          <p:cNvPr id="13" name="Image 0" descr="figures/fig05_spatial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074" y="1417320"/>
            <a:ext cx="3561531" cy="3017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4572000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= clip(occupancy / installed piles, 0–1); revenue computed at 5-min then summed (exact).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Queue/wait is a saturation proxy — queues are never directly observed.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UrbanEV complete (no imputation); ACN flags carried, not imputed; datasets never fused (geography/units differ).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Time-of-day demand — chronically under-used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0" y="2415722"/>
            <a:ext cx="5852160" cy="275807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pic>
        <p:nvPicPr>
          <p:cNvPr id="5" name="Image 0" descr="figures/fig01_intraday_uti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415722"/>
            <a:ext cx="5852160" cy="2758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" y="1700784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6093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Chronically under-used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1938528"/>
            <a:ext cx="4480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0.9% of zone-hours exceed the 80% surge line; 61% sit below 30% → a discount-led network.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01752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" y="3255264"/>
            <a:ext cx="146304" cy="146304"/>
          </a:xfrm>
          <a:prstGeom prst="ellipse">
            <a:avLst/>
          </a:prstGeom>
          <a:solidFill>
            <a:srgbClr val="EA7317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1638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Time-of-day, not day-of-week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0120" y="3493008"/>
            <a:ext cx="4480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peaks overnight, troughs midday; weekday ≈ weekend (0.279 vs 0.283). Discount window is daytime.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45720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4088" y="4809744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7183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Congestion is concentrated — not the CBD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60120" y="5047488"/>
            <a:ext cx="4480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~10% of zones ≈ all surge incidence; CBD zones are actually less utilized → surge by observed load, not label.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1 · DEMAND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Forecasting utilization, load &amp; congestion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897880" y="2242239"/>
            <a:ext cx="5897880" cy="219064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pic>
        <p:nvPicPr>
          <p:cNvPr id="5" name="Image 0" descr="figures/fig09_demand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242239"/>
            <a:ext cx="5897880" cy="21906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1783080" cy="128016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554480"/>
            <a:ext cx="17830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0.96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76072" y="217993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95728" y="1463040"/>
            <a:ext cx="1783080" cy="128016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395728" y="1554480"/>
            <a:ext cx="17830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0.97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2468880" y="217993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load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88536" y="1463040"/>
            <a:ext cx="1783080" cy="128016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88536" y="1554480"/>
            <a:ext cx="178308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0.99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4361688" y="2179930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297180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(sklearn HistGBM) vs strong baselines; strict time-based split, no leakage.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1-hour persistence by 32% on RMSE (0.036 vs 0.052); per-zone median R² 0.89.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recent lags + the weekly lag + zone identity — the seasonality EDA predicted.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forecast utilization + congestion probability per zone-hour → feeds the tariff agent.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2 · TARIFF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tariffs — and an honest revenue finding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27470" y="1783080"/>
            <a:ext cx="50673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pic>
        <p:nvPicPr>
          <p:cNvPr id="5" name="Image 0" descr="figures/fig13_policy_fron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7470" y="1783080"/>
            <a:ext cx="50673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FF7ED"/>
          </a:solidFill>
          <a:ln w="12700">
            <a:solidFill>
              <a:srgbClr val="F4C28A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" y="1591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186537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inelastic (ε = −0.32). Off-peak holds ~22% of energy vs ~3% in surge slots, so dynamic pricing cannot grow revenue here — best case is revenue-neutral.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926080"/>
            <a:ext cx="5440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surge ramp when forecast util ≥ 80%, discount ramp &lt; 30%, neutral between — bounded &amp; transparent.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operational load-shifting, not revenue; we map the full revenue↔uplift↔congestion frontier.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3434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4434840"/>
            <a:ext cx="17830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−0.26%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576072" y="5034686"/>
            <a:ext cx="1636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(≈ neutral)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395728" y="43434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395728" y="4434840"/>
            <a:ext cx="17830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+0.81%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2468880" y="5034686"/>
            <a:ext cx="1636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uplift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88536" y="434340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288536" y="4434840"/>
            <a:ext cx="17830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+2.52 pp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4361688" y="5034686"/>
            <a:ext cx="1636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relief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3 · MONITORING &amp;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feedback loop that improves itself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35040" y="1754945"/>
            <a:ext cx="5760720" cy="398819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pic>
        <p:nvPicPr>
          <p:cNvPr id="5" name="Image 0" descr="figures/fig15_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54945"/>
            <a:ext cx="5760720" cy="39881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6304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agent prices → environment returns realized demand → monitor logs outcomes → agent updates.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ε-greedy bandit learns the multiplier per utilization bucket; exploration decays over episodes.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three required metrics: wait-time reduction, customer response rate, pricing efficiency.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20040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3438144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34670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improves over episodes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3675888"/>
            <a:ext cx="4709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wait-reduction proxy 29% → 58%; pricing efficiency 0.848 → 0.868 CNY/kWh; the online elasticity estimate converges to the true −0.32.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461772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0FDFA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088" y="4855464"/>
            <a:ext cx="146304" cy="146304"/>
          </a:xfrm>
          <a:prstGeom prst="ellipse">
            <a:avLst/>
          </a:prstGeom>
          <a:solidFill>
            <a:srgbClr val="EA7317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476402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learns (honest)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60120" y="5093208"/>
            <a:ext cx="4709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congested buckets, stay neutral elsewhere → +0.58% revenue &amp; +5.85 pp peak relief vs flat, beating the fixed policy. It declines to discount — myopically unprofitable.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BUSINESS, OPERATIONAL &amp; POLICY IMPLICATIONS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analysis to decisions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2393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sell dynamic pricing as a revenue lever — pitch congestion relief &amp; load balancing, revenue held flat.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surge on the ~10% genuinely hot (mostly non-CBD) zones.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equity / off-peak discounts from surge revenue — keep it revenue-neutral.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0248" y="155448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2393C"/>
          </a:solidFill>
          <a:ln w="12700">
            <a:solidFill>
              <a:srgbClr val="EA73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44568" y="2240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Forecast-driven surge cuts the peak wait proxy ~57% — service quality, no new hardware.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Idle/occupancy fees free capacity: ~46% of ACN sessions sit idle &gt;1h after charging.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chargers are under-used (61% of hours &lt;30%) → expand hot zones, not uniformly.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37576" y="155448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2393C"/>
          </a:solidFill>
          <a:ln w="12700">
            <a:solidFill>
              <a:srgbClr val="CFE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1896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FE9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11896" y="2240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transparent, published multipliers keep pricing fair &amp; predictable.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scarcity, not demographics — surge follows measured load, falls on non-CBD hot zones.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off-peak discounts as a strategic adoption / grid-balancing instrument.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ROBUSTNESS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headline conclusion stress-tested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55725"/>
            <a:ext cx="5577840" cy="312359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pic>
        <p:nvPicPr>
          <p:cNvPr id="5" name="Image 0" descr="figures/fig17_robustness_elasti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55725"/>
            <a:ext cx="5577840" cy="31235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962443"/>
            <a:ext cx="5486400" cy="211015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6E4"/>
            </a:solidFill>
            <a:prstDash val="solid"/>
          </a:ln>
          <a:effectLst>
            <a:outerShdw sx="100000" sy="100000" kx="0" ky="0" algn="bl" rotWithShape="0" blurRad="88900" dist="38100" dir="8100000">
              <a:srgbClr val="0B2B2E">
                <a:alpha val="12000"/>
              </a:srgbClr>
            </a:outerShdw>
          </a:effectLst>
        </p:spPr>
      </p:sp>
      <p:pic>
        <p:nvPicPr>
          <p:cNvPr id="7" name="Image 1" descr="figures/fig19_robustness_cb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2443"/>
            <a:ext cx="5486400" cy="21101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Elasticity: revenue stays ~neutral (−0.34% to −0.08%) across ε ∈ [−0.1, −0.8] — not an artefact of the point estimate.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across 25 (discount, surge) combos outcomes move smoothly (revenue −0.80% to +0.77%) — not a knife-edge.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definition: tertile / quartile / above-mean all identify the overnight block (Jaccard 0.73–1.0).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surge falls on congested non-CBD zones; forecast accuracy comparable across segments.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dropping all lags collapses the demand model (R² 0.96 → 0.78) — temporal structure drives it.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7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ASSUMPTIONS, LIMITATIONS &amp; 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— and rerun — this 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Assumptions &amp; 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is associational (FE controls), not causal — all 'after' figures are simulated under it.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environment is a calibrated constant-elasticity simulation, not a live A/B test.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cross-time substitution modelled — real peak→off-peak shifting would improve the uplift case.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city, 30 days (Shenzhen); ACN is Caltech-only (~15k, no price) — not the 30k+/JPL headline.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is an M/M/1-style proxy; ₹15/kWh is an illustrative anchor (metrics are unit-invariant).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Reproducibility &amp; deliverables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349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scripts + 6 runnable notebooks; single config; fixed seed; strict time-based split.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via sklearn HistGradientBoosting (LightGBM unavailable offline; same family).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30+ CSV/MD tables, 19 figures, saved models — every score in a CSV.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preprocess → eda → demand → pricing → monitoring → robustness.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43000" y="5120640"/>
            <a:ext cx="1325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05456" y="4892040"/>
            <a:ext cx="457200" cy="457200"/>
          </a:xfrm>
          <a:prstGeom prst="ellipse">
            <a:avLst/>
          </a:prstGeom>
          <a:solidFill>
            <a:srgbClr val="EA7317"/>
          </a:solidFill>
          <a:ln/>
        </p:spPr>
      </p:sp>
      <p:sp>
        <p:nvSpPr>
          <p:cNvPr id="13" name="Text 11"/>
          <p:cNvSpPr/>
          <p:nvPr/>
        </p:nvSpPr>
        <p:spPr>
          <a:xfrm>
            <a:off x="2505456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85416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08376" y="5120640"/>
            <a:ext cx="1325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0832" y="48920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437083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50792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73752" y="5120640"/>
            <a:ext cx="1325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4892040"/>
            <a:ext cx="457200" cy="457200"/>
          </a:xfrm>
          <a:prstGeom prst="ellipse">
            <a:avLst/>
          </a:prstGeom>
          <a:solidFill>
            <a:srgbClr val="EA7317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16168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39128" y="5120640"/>
            <a:ext cx="1325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1584" y="48920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101584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81544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604504" y="5120640"/>
            <a:ext cx="1325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66960" y="4892040"/>
            <a:ext cx="457200" cy="457200"/>
          </a:xfrm>
          <a:prstGeom prst="ellipse">
            <a:avLst/>
          </a:prstGeom>
          <a:solidFill>
            <a:srgbClr val="EA7317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46920" y="54132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OP26 · Agentic Dynamic Tariff Optimization for EV Charging Networks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Dynamic Tariff Optimization for EV Charging Networks</dc:title>
  <dc:subject>PptxGenJS Presentation</dc:subject>
  <dc:creator>OP26</dc:creator>
  <cp:lastModifiedBy>OP26</cp:lastModifiedBy>
  <cp:revision>1</cp:revision>
  <dcterms:created xsi:type="dcterms:W3CDTF">2026-06-06T11:58:17Z</dcterms:created>
  <dcterms:modified xsi:type="dcterms:W3CDTF">2026-06-06T11:58:17Z</dcterms:modified>
</cp:coreProperties>
</file>